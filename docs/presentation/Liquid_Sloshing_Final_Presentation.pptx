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293" r:id="rId44"/>
    <p:sldId id="294" r:id="rId45"/>
    <p:sldId id="296" r:id="rId47"/>
    <p:sldId id="298" r:id="rId49"/>
    <p:sldId id="301" r:id="rId52"/>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We made the particles smaller and smaller, the answer stopped changing much, so the result doesn't depend on our choice of particle size, except at 10 mm, which is too coarse.</a:t>
            </a:r>
          </a:p>
          <a:p>
            <a:r>
              <a:t>SAY IN YOUR OWN WORDS</a:t>
            </a:r>
          </a:p>
          <a:p>
            <a:r>
              <a:t>• Now the results. Check 1 is like a mesh-independence study in FEA or CFD.</a:t>
            </a:r>
          </a:p>
          <a:p>
            <a:r>
              <a:t>• Mesh idea: make the mesh finer until the answer stops changing; then the answer comes from the physics, not the mesh. SPH has no mesh, so we shrink the particles instead.</a:t>
            </a:r>
          </a:p>
          <a:p>
            <a:r>
              <a:t>• Same tank motion, run with particles of 10, 5, 3 and 2 mm. (Like drawing water with marbles: smaller marbles, truer shape.)</a:t>
            </a:r>
          </a:p>
          <a:p>
            <a:r>
              <a:t>• Right graph: the change from one size to the next keeps getting smaller, so the answer is settling (converging). Our GCI calculation confirms it.</a:t>
            </a:r>
          </a:p>
          <a:p>
            <a:r>
              <a:t>• The 10 mm curve is the odd one out: too coarse for accurate numbers. Big particles also under-fill the tank.</a:t>
            </a:r>
          </a:p>
          <a:p>
            <a:r>
              <a:t>NUMBERS</a:t>
            </a:r>
          </a:p>
          <a:p>
            <a:r>
              <a:t>1.40 → 0.70 → 0.35 mm · 10 mm holds 20% less water, 3 and 2 mm only 2.2% less</a:t>
            </a:r>
          </a:p>
          <a:p>
            <a:r>
              <a:t>KEY LINE</a:t>
            </a:r>
          </a:p>
          <a:p>
            <a:r>
              <a:t>"The answer stops changing as the particles get smaller, so the result comes from the physics, not from our particle size."</a:t>
            </a:r>
          </a:p>
          <a:p>
            <a:r>
              <a:t>AVOID</a:t>
            </a:r>
          </a:p>
          <a:p>
            <a:r>
              <a:t>Don't say "halves exactly" or "textbook"; say "keeps getting smaller".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We gave the simulation a test with a known answer; it got within 3.1% at the finest size and closer as the particles got smaller, while the simple pendulum model got it badly wrong.</a:t>
            </a:r>
          </a:p>
          <a:p>
            <a:r>
              <a:t>SAY IN YOUR OWN WORDS</a:t>
            </a:r>
          </a:p>
          <a:p>
            <a:r>
              <a:t>• Check 2 is a test with a known answer. Tilt the tank slowly and hold it: still water always ends up level.</a:t>
            </a:r>
          </a:p>
          <a:p>
            <a:r>
              <a:t>• Because the surface is level, simple geometry gives exactly where the water's centre of mass must go: the hydrostatic answer.</a:t>
            </a:r>
          </a:p>
          <a:p>
            <a:r>
              <a:t>• Left graph: the error falls as the particles get smaller.</a:t>
            </a:r>
          </a:p>
          <a:p>
            <a:r>
              <a:t>• Right graph: blue SPH follows the dashed exact answer almost perfectly. The orange pendulum barely moves.</a:t>
            </a:r>
          </a:p>
          <a:p>
            <a:r>
              <a:t>• That is the pendulum's blind spot: it shows the waves but not the water re-levelling to one side.</a:t>
            </a:r>
          </a:p>
          <a:p>
            <a:r>
              <a:t>NUMBERS</a:t>
            </a:r>
          </a:p>
          <a:p>
            <a:r>
              <a:t>error 3.1% at 2 mm · correlation SPH 0.999 vs pendulum 0.48 · exact −11.24 mm, extrapolated −11.45 mm ± 6.4% (GCI)</a:t>
            </a:r>
          </a:p>
          <a:p>
            <a:r>
              <a:t>KEY LINE</a:t>
            </a:r>
          </a:p>
          <a:p>
            <a:r>
              <a:t>"The pendulum gets the rhythm but not the lean."</a:t>
            </a:r>
          </a:p>
          <a:p>
            <a:r>
              <a:t>AVOID</a:t>
            </a:r>
          </a:p>
          <a:p>
            <a:r>
              <a:t>"Follows almost perfectly" is about the shape. The size is still 3.1% off; don't call it exact.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We tipped the tank and let the water slosh freely. The simulation got the sloshing rhythm right to within about 5%, but the swings die out too quickly because the particles were coarse.</a:t>
            </a:r>
          </a:p>
          <a:p>
            <a:r>
              <a:t>SAY IN YOUR OWN WORDS</a:t>
            </a:r>
          </a:p>
          <a:p>
            <a:r>
              <a:t>• Check 3: the water's natural rhythm, like a playground swing.</a:t>
            </a:r>
          </a:p>
          <a:p>
            <a:r>
              <a:t>• Tilt the tank smoothly to 8.6°, hold it still, and let the water swing on its own. Count the swings.</a:t>
            </a:r>
          </a:p>
          <a:p>
            <a:r>
              <a:t>• The frequency matches theory and the Housner formula, so the rhythm is right.</a:t>
            </a:r>
          </a:p>
          <a:p>
            <a:r>
              <a:t>• Two differences: the swings die out too fast (coarse particles act like extra friction, a numerical effect), and real water shifts downhill while the pendulum swings about zero.</a:t>
            </a:r>
          </a:p>
          <a:p>
            <a:r>
              <a:t>NUMBERS</a:t>
            </a:r>
          </a:p>
          <a:p>
            <a:r>
              <a:t>1.422 Hz · +4.2% vs potential theory (1.364 Hz) · +5.9% vs Housner (1.343 Hz) · damping 0.087 vs about 0.005 for real water</a:t>
            </a:r>
          </a:p>
          <a:p>
            <a:r>
              <a:t>KEY LINE</a:t>
            </a:r>
          </a:p>
          <a:p>
            <a:r>
              <a:t>"The frequency is right; the damping is too high because of the coarse particles."</a:t>
            </a:r>
          </a:p>
          <a:p>
            <a:r>
              <a:t>AVOID</a:t>
            </a:r>
          </a:p>
          <a:p>
            <a:r>
              <a:t>Say the frequency is validated, not the whole sloshing behaviour.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When the water could push back, the learning controller calmed it 15 times better than PID but only stayed stable for about 5 seconds; PID was steady but sloppier; LQR failed because its simple model was wrong.</a:t>
            </a:r>
          </a:p>
          <a:p>
            <a:r>
              <a:t>SAY IN YOUR OWN WORDS</a:t>
            </a:r>
          </a:p>
          <a:p>
            <a:r>
              <a:t>• Now the real test: the controller drives the motor live and the water pushes back on the tank (full fluid-structure interaction). Like carrying a tray of water while walking: when the water sloshes, it pulls your arms.</a:t>
            </a:r>
          </a:p>
          <a:p>
            <a:r>
              <a:t>• Same small kick and the same torque limit for all three. A safety stop ends the run if the tank spins faster than 1 rad/s.</a:t>
            </a:r>
          </a:p>
          <a:p>
            <a:r>
              <a:t>• For the learning controller we tested all 25 saved versions and used the best one.</a:t>
            </a:r>
          </a:p>
          <a:p>
            <a:r>
              <a:t>• PID: stays in control the whole time, but leaves the most sloshing.</a:t>
            </a:r>
          </a:p>
          <a:p>
            <a:r>
              <a:t>• LQR: designed on the pendulum model, so it fails fast. The blind spot from Check 2 makes its gains wrong for real water.</a:t>
            </a:r>
          </a:p>
          <a:p>
            <a:r>
              <a:t>• PPO: calms the water far better for similar motor effort, but trips the safety stop at about 5 s.</a:t>
            </a:r>
          </a:p>
          <a:p>
            <a:r>
              <a:t>• At 2 m tanker scale, times grow by √5, so 5 s is about 11 s.</a:t>
            </a:r>
          </a:p>
          <a:p>
            <a:r>
              <a:t>NUMBERS</a:t>
            </a:r>
          </a:p>
          <a:p>
            <a:r>
              <a:t>300 steps = 6 s · torque limit 7 N·m · PID 300 steps, 0.0157 J · LQR 34 steps (0.7 s) · PPO 252 steps, 0.0010 J (15× less than PID) · best version 514560</a:t>
            </a:r>
          </a:p>
          <a:p>
            <a:r>
              <a:t>KEY LINE</a:t>
            </a:r>
          </a:p>
          <a:p>
            <a:r>
              <a:t>"The learning controller calms realistic water best, but it is stable for about five seconds, and we report that as a known limit."</a:t>
            </a:r>
          </a:p>
          <a:p>
            <a:r>
              <a:t>AVOID</a:t>
            </a:r>
          </a:p>
          <a:p>
            <a:r>
              <a:t>Don't say PPO "solved" the problem or is "stable".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Everything we showed can be opened and played with in a web browser, including a live demo where you try to calm the water yourself.</a:t>
            </a:r>
          </a:p>
          <a:p>
            <a:r>
              <a:t>SAY IN YOUR OWN WORDS</a:t>
            </a:r>
          </a:p>
          <a:p>
            <a:r>
              <a:t>• Everything shown can also be explored in a web browser.</a:t>
            </a:r>
          </a:p>
          <a:p>
            <a:r>
              <a:t>• 3D Sloshing Lab: a replay of the real SPH water, drive the tank yourself, the tank on a truck over a bumpy road, and the four particle sizes compared.</a:t>
            </a:r>
          </a:p>
          <a:p>
            <a:r>
              <a:t>• Interactive report: set the motor torque, kick the water and try to calm it yourself, plus all our results.</a:t>
            </a:r>
          </a:p>
          <a:p>
            <a:r>
              <a:t>• Both open from our presentation folder with no internet.</a:t>
            </a:r>
          </a:p>
          <a:p>
            <a:r>
              <a:t>• The complete project (code, models, results, paper) is on GitHub at the link at the bottom.</a:t>
            </a:r>
          </a:p>
          <a:p>
            <a:r>
              <a:t>KEY LINE</a:t>
            </a:r>
          </a:p>
          <a:p>
            <a:r>
              <a:t>"You can try calming the water yourself in the live demo."</a:t>
            </a:r>
          </a:p>
          <a:p>
            <a:r>
              <a:t>AVOID</a:t>
            </a:r>
          </a:p>
          <a:p>
            <a:r>
              <a:t>The live tab runs the fast pendulum model, not real SPH (SPH is far too slow for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No suitable graphics card, a solver that blew up from steps that were too big, a safety check that was too slow, thin walls that leaked at fine resolution, and long runs that could be interrupted; we fixed each one.</a:t>
            </a:r>
          </a:p>
          <a:p>
            <a:r>
              <a:t>SAY IN YOUR OWN WORDS (one line each)</a:t>
            </a:r>
          </a:p>
          <a:p>
            <a:r>
              <a:t>• Hardware: SPH needs an NVIDIA card and our laptop had none (the game wouldn't run on our computer, so we borrowed better ones). We rehearsed on Colab, then built the solver on an RTX 5060 and a college RTX 3090.</a:t>
            </a:r>
          </a:p>
          <a:p>
            <a:r>
              <a:t>• Solver crashed at once: the time step was too big, like the Courant (CFL) condition in CFD. We split each 20 ms step into about 200 tiny steps (take the stairs one step at a time).</a:t>
            </a:r>
          </a:p>
          <a:p>
            <a:r>
              <a:t>• Crash despite a safety check: the check ran every 20 ms, but the blow-up happened inside one step. We now check after every tiny step (a lifeguard who never looks away).</a:t>
            </a:r>
          </a:p>
          <a:p>
            <a:r>
              <a:t>• 5 mm run crashed at step 100: the wall was only 4 particles thick, so it got thinner as the particles shrank. We scaled the wall layers and the time step together (smaller bricks need more rows).</a:t>
            </a:r>
          </a:p>
          <a:p>
            <a:r>
              <a:t>• 9-hour runs on a shared computer: we save every 25 steps and skip finished runs.</a:t>
            </a:r>
          </a:p>
          <a:p>
            <a:r>
              <a:t>NUMBERS</a:t>
            </a:r>
          </a:p>
          <a:p>
            <a:r>
              <a:t>tiny step about 0.1 ms · 2 mm run about 9 h for 6 s of motion</a:t>
            </a:r>
          </a:p>
          <a:p>
            <a:r>
              <a:t>AVOID</a:t>
            </a:r>
          </a:p>
          <a:p>
            <a:r>
              <a:t>Saving does not let an SPH run continue mid-way. Say "we don't lose finished runs", not "we can resume".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The detailed simulation is trustworthy; the simple model gets rhythm but misses the lean; designs based only on it fail; learning control works best for a few seconds; and cheap training plus a short detailed check is a good way to work.</a:t>
            </a:r>
          </a:p>
          <a:p>
            <a:r>
              <a:t>SAY IN YOUR OWN WORDS (one line each, then move on)</a:t>
            </a:r>
          </a:p>
          <a:p>
            <a:r>
              <a:t>1. The detailed water simulation can be trusted (within about 3% of the exact answer).</a:t>
            </a:r>
          </a:p>
          <a:p>
            <a:r>
              <a:t>2. The quick model gets the rhythm right, but not the lean.</a:t>
            </a:r>
          </a:p>
          <a:p>
            <a:r>
              <a:t>3. A controller designed only on the quick model fails on real water.</a:t>
            </a:r>
          </a:p>
          <a:p>
            <a:r>
              <a:t>4. The learning controller calms real water best, for about 5 seconds.</a:t>
            </a:r>
          </a:p>
          <a:p>
            <a:r>
              <a:t>5. Cheap training plus a short check on detailed physics works.</a:t>
            </a:r>
          </a:p>
          <a:p>
            <a:r>
              <a:t>NUMBERS</a:t>
            </a:r>
          </a:p>
          <a:p>
            <a:r>
              <a:t>within 6% · LQR fails in 0.7 s · 15× less than PID · 50,000 extra steps gave a 3.8× better score</a:t>
            </a:r>
          </a:p>
          <a:p>
            <a:r>
              <a:t>AVOID</a:t>
            </a:r>
          </a:p>
          <a:p>
            <a:r>
              <a:t>Point 5's "detailed physics" means the full multibody tank model, not SPH water.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Our results show learning control can work on realistic water, warn that simple models can mislead classic controllers, give a cheap and effective way to design such controllers, show when the quick model can be trusted, and give a path to a road-tanker tilting system.</a:t>
            </a:r>
          </a:p>
          <a:p>
            <a:r>
              <a:t>SAY IN YOUR OWN WORDS</a:t>
            </a:r>
          </a:p>
          <a:p>
            <a:r>
              <a:t>• Learning control works on realistic water, not only on the model it was trained on.</a:t>
            </a:r>
          </a:p>
          <a:p>
            <a:r>
              <a:t>• A classic controller can fail when its model is too simple: a warning for anyone designing on equivalent models.</a:t>
            </a:r>
          </a:p>
          <a:p>
            <a:r>
              <a:t>• A practical recipe: train cheaply, fine-tune briefly on realistic physics, and stop early.</a:t>
            </a:r>
          </a:p>
          <a:p>
            <a:r>
              <a:t>• We now know where the cheap model can be trusted.</a:t>
            </a:r>
          </a:p>
          <a:p>
            <a:r>
              <a:t>• For the road tanker: an active tilting cradle could be designed and trained on the cheap model and checked on detailed fluid before anything is built.</a:t>
            </a:r>
          </a:p>
          <a:p>
            <a:r>
              <a:t>KEY LINE</a:t>
            </a:r>
          </a:p>
          <a:p>
            <a:r>
              <a:t>"Design it cheaply, check it on realistic water, and only then build it."</a:t>
            </a:r>
          </a:p>
          <a:p>
            <a:r>
              <a:t>AVOID</a:t>
            </a:r>
          </a:p>
          <a:p>
            <a:r>
              <a:t>The tanker cradle is a proposed route, not something we built or proved.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The detailed simulation is accurate for the slow water shift, the fast model is good for rhythm but not for tilt, and on real water the learning controller calms it best but only for about 5 seconds.</a:t>
            </a:r>
          </a:p>
          <a:p>
            <a:r>
              <a:t>SAY IN YOUR OWN WORDS</a:t>
            </a:r>
          </a:p>
          <a:p>
            <a:r>
              <a:t>• At the start we asked three questions; here are the answers.</a:t>
            </a:r>
          </a:p>
          <a:p>
            <a:r>
              <a:t>• 1: the detailed SPH is accurate for the slow response: it converges and lands close to the exact answer.</a:t>
            </a:r>
          </a:p>
          <a:p>
            <a:r>
              <a:t>• 2: the fast pendulum gets the sloshing frequency right but misses the water re-levelling, which matters when a controller tilts the tank slowly.</a:t>
            </a:r>
          </a:p>
          <a:p>
            <a:r>
              <a:t>• 3: on real water, LQR fails, PID is stable but sloppier, and PPO leaves far less sloshing but for about 5 seconds.</a:t>
            </a:r>
          </a:p>
          <a:p>
            <a:r>
              <a:t>NUMBERS</a:t>
            </a:r>
          </a:p>
          <a:p>
            <a:r>
              <a:t>3.1% · GCI 6.4% · within 6% · 15× less · about 5 s</a:t>
            </a:r>
          </a:p>
          <a:p>
            <a:r>
              <a:t>KEY LINE</a:t>
            </a:r>
          </a:p>
          <a:p>
            <a:r>
              <a:t>"Three questions, three answers."</a:t>
            </a:r>
          </a:p>
          <a:p>
            <a:r>
              <a:t>AVOID</a:t>
            </a:r>
          </a:p>
          <a:p>
            <a:r>
              <a:t>"Accurate" means verified against exact answers, not validated by experiment.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This is a simulation checked against exact formulas, not experiments; it measures overall water motion, not wall pressures; the control tests were coarse and done once each; the learning controller lasts about 5 seconds; and the controllers could see things a real tank can't easily measure.</a:t>
            </a:r>
          </a:p>
          <a:p>
            <a:r>
              <a:t>SAY IN YOUR OWN WORDS (say it confidently, not apologetically)</a:t>
            </a:r>
          </a:p>
          <a:p>
            <a:r>
              <a:t>• This is a simulation study, verified against exact answers but not yet validated by experiment.</a:t>
            </a:r>
          </a:p>
          <a:p>
            <a:r>
              <a:t>• We measured bulk quantities (centre of mass, energy), not wall pressures.</a:t>
            </a:r>
          </a:p>
          <a:p>
            <a:r>
              <a:t>• Damping at 10 mm is mostly numerical; real viscosity, surface tension and air are not modelled.</a:t>
            </a:r>
          </a:p>
          <a:p>
            <a:r>
              <a:t>• The two-way control runs used the coarse 10 mm size, with one run per controller.</a:t>
            </a:r>
          </a:p>
          <a:p>
            <a:r>
              <a:t>• The learning controller is stable for about 5 s, and it reads the water's position directly, which a real tank can't easily measure.</a:t>
            </a:r>
          </a:p>
          <a:p>
            <a:r>
              <a:t>KEY LINE</a:t>
            </a:r>
          </a:p>
          <a:p>
            <a:r>
              <a:t>"Each of these is addressed in our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a:t>
            </a:r>
          </a:p>
          <a:p>
            <a:r>
              <a:t>Next we would build a real tank to test against, run finer simulations, improve the simple model, test the controllers more thoroughly, and make the controller work with real sensors.</a:t>
            </a:r>
          </a:p>
          <a:p>
            <a:r>
              <a:t>SAY IN YOUR OWN WORDS</a:t>
            </a:r>
          </a:p>
          <a:p>
            <a:r>
              <a:t>• First priority: a physical acrylic rig of the same size, measuring wall pressure and surface height, then scaling up towards a tanker compartment.</a:t>
            </a:r>
          </a:p>
          <a:p>
            <a:r>
              <a:t>• Repeat free sloshing at 5, 3 and 2 mm to separate real damping from numerical damping.</a:t>
            </a:r>
          </a:p>
          <a:p>
            <a:r>
              <a:t>• Add the missing hydrostatic tilt term to the pendulum and redesign LQR on it.</a:t>
            </a:r>
          </a:p>
          <a:p>
            <a:r>
              <a:t>• Stronger control tests: finer particles, several runs per controller, better walls.</a:t>
            </a:r>
          </a:p>
          <a:p>
            <a:r>
              <a:t>• Hardware-ready control: use wall-pressure sensors instead of the water's exact position (a first version was tried).</a:t>
            </a:r>
          </a:p>
          <a:p>
            <a:r>
              <a:t>KEY LINE</a:t>
            </a:r>
          </a:p>
          <a:p>
            <a:r>
              <a:t>"Each limitation has a matching next step."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 These are the key references; the full list of 35 is in our report.</a:t>
            </a:r>
          </a:p>
          <a:p>
            <a:r>
              <a:t>• Then move to the last slide; this takes about 10 seconds.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 Thank you for your attention. We would be happy to answer any questions.</a:t>
            </a:r>
          </a:p>
          <a:p>
            <a:r>
              <a:t>• Keep this slide up during questions: it has the GitHub link to the full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hyperlink" Target="https://github.com/RacerRed505/LiquidSloshingRL-Capstone" TargetMode="Externa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cxnSp>
        <p:nvCxnSpPr>
          <p:cNvPr id="6" name="Connector 5"/>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8" name="Rounded Rectangle 7"/>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cxnSp>
        <p:nvCxnSpPr>
          <p:cNvPr id="9" name="Connector 8"/>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1" name="Rounded Rectangle 10"/>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cxnSp>
        <p:nvCxnSpPr>
          <p:cNvPr id="12" name="Connector 11"/>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4" name="Rounded Rectangle 13"/>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cxnSp>
        <p:nvCxnSpPr>
          <p:cNvPr id="15" name="Connector 14"/>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17" name="Rounded Rectangle 16"/>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cxnSp>
        <p:nvCxnSpPr>
          <p:cNvPr id="18" name="Connector 17"/>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0" name="Rounded Rectangle 19"/>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1" name="Rounded Rectangle 20"/>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2" name="Rounded Rectangle 21"/>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3" name="Rounded Rectangle 22"/>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24" name="TextBox 2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25" name="TextBox 2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crop.png"/>
          <p:cNvPicPr>
            <a:picLocks noChangeAspect="1"/>
          </p:cNvPicPr>
          <p:nvPr/>
        </p:nvPicPr>
        <p:blipFill>
          <a:blip r:embed="rId2"/>
          <a:stretch>
            <a:fillRect/>
          </a:stretch>
        </p:blipFill>
        <p:spPr>
          <a:xfrm>
            <a:off x="1254831" y="1783080"/>
            <a:ext cx="9651857"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4114800"/>
        </p:xfrm>
        <a:graphic>
          <a:graphicData uri="http://schemas.openxmlformats.org/drawingml/2006/table">
            <a:tbl>
              <a:tblPr firstRow="0" bandRow="0">
                <a:tableStyleId>{5940675A-B579-460E-94D1-54222C63F5DA}</a:tableStyleId>
              </a:tblPr>
              <a:tblGrid>
                <a:gridCol w="3474720"/>
                <a:gridCol w="3108960"/>
                <a:gridCol w="3017520"/>
                <a:gridCol w="1463040"/>
              </a:tblGrid>
              <a:tr h="457200">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Housner masses and pendulum length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ACI 350.3-06 formulas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07492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51460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07492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486400"/>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548640" y="5897880"/>
            <a:ext cx="11064240" cy="411480"/>
          </a:xfrm>
          <a:prstGeom prst="rect">
            <a:avLst/>
          </a:prstGeom>
          <a:noFill/>
        </p:spPr>
        <p:txBody>
          <a:bodyPr wrap="square">
            <a:spAutoFit/>
          </a:bodyPr>
          <a:lstStyle/>
          <a:p>
            <a:pPr algn="ctr"/>
            <a:r>
              <a:rPr sz="1400">
                <a:solidFill>
                  <a:srgbClr val="2B2B2B"/>
                </a:solidFill>
                <a:latin typeface="Calibri"/>
              </a:rPr>
              <a:t>Full project (code, models, results, paper): </a:t>
            </a:r>
            <a:r>
              <a:rPr sz="1400" b="1">
                <a:solidFill>
                  <a:srgbClr val="1F5F86"/>
                </a:solidFill>
                <a:latin typeface="Calibri"/>
                <a:hlinkClick r:id="rId4"/>
              </a:rPr>
              <a:t>https://github.com/RacerRed505/LiquidSloshingRL-Capstone</a:t>
            </a:r>
          </a:p>
        </p:txBody>
      </p:sp>
      <p:sp>
        <p:nvSpPr>
          <p:cNvPr id="13" name="TextBox 12"/>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4" name="TextBox 13"/>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39" cy="3950208"/>
        </p:xfrm>
        <a:graphic>
          <a:graphicData uri="http://schemas.openxmlformats.org/drawingml/2006/table">
            <a:tbl>
              <a:tblPr firstRow="0" bandRow="0">
                <a:tableStyleId>{5940675A-B579-460E-94D1-54222C63F5DA}</a:tableStyleId>
              </a:tblPr>
              <a:tblGrid>
                <a:gridCol w="3108960"/>
                <a:gridCol w="4206240"/>
                <a:gridCol w="3749039"/>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