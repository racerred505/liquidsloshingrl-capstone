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4114800"/>
        </p:xfrm>
        <a:graphic>
          <a:graphicData uri="http://schemas.openxmlformats.org/drawingml/2006/table">
            <a:tbl>
              <a:tblPr firstRow="0" bandRow="0">
                <a:tableStyleId>{5940675A-B579-460E-94D1-54222C63F5DA}</a:tableStyleId>
              </a:tblPr>
              <a:tblGrid>
                <a:gridCol w="3474720"/>
                <a:gridCol w="3108960"/>
                <a:gridCol w="3017520"/>
                <a:gridCol w="1463040"/>
              </a:tblGrid>
              <a:tr h="457200">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